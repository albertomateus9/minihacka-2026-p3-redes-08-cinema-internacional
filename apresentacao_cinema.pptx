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oppins Bold" charset="1" panose="00000800000000000000"/>
      <p:regular r:id="rId11"/>
    </p:embeddedFont>
    <p:embeddedFont>
      <p:font typeface="Poppins Light" charset="1" panose="00000400000000000000"/>
      <p:regular r:id="rId12"/>
    </p:embeddedFont>
    <p:embeddedFont>
      <p:font typeface="Poppins" charset="1" panose="00000500000000000000"/>
      <p:regular r:id="rId13"/>
    </p:embeddedFont>
    <p:embeddedFont>
      <p:font typeface="Open Sans" charset="1" panose="020B0606030504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A1054">
                <a:alpha val="100000"/>
              </a:srgbClr>
            </a:gs>
            <a:gs pos="100000">
              <a:srgbClr val="255FF1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19050" cap="sq">
              <a:gradFill>
                <a:gsLst>
                  <a:gs pos="0">
                    <a:srgbClr val="F19A5C">
                      <a:alpha val="100000"/>
                    </a:srgbClr>
                  </a:gs>
                  <a:gs pos="100000">
                    <a:srgbClr val="F9DB6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517340" y="3255629"/>
            <a:ext cx="11253320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b="true" sz="12000">
                <a:gradFill>
                  <a:gsLst>
                    <a:gs pos="0">
                      <a:srgbClr val="F19A5C">
                        <a:alpha val="100000"/>
                      </a:srgbClr>
                    </a:gs>
                    <a:gs pos="100000">
                      <a:srgbClr val="F9DB6F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CINEMA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155132" y="5389229"/>
            <a:ext cx="9977737" cy="47625"/>
            <a:chOff x="0" y="0"/>
            <a:chExt cx="2627881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27881" cy="12543"/>
            </a:xfrm>
            <a:custGeom>
              <a:avLst/>
              <a:gdLst/>
              <a:ahLst/>
              <a:cxnLst/>
              <a:rect r="r" b="b" t="t" l="l"/>
              <a:pathLst>
                <a:path h="12543" w="2627881">
                  <a:moveTo>
                    <a:pt x="0" y="0"/>
                  </a:moveTo>
                  <a:lnTo>
                    <a:pt x="2627881" y="0"/>
                  </a:lnTo>
                  <a:lnTo>
                    <a:pt x="2627881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627881" cy="6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69019" y="5492841"/>
            <a:ext cx="6549961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900">
                <a:gradFill>
                  <a:gsLst>
                    <a:gs pos="0">
                      <a:srgbClr val="F19A5C">
                        <a:alpha val="100000"/>
                      </a:srgbClr>
                    </a:gs>
                    <a:gs pos="100000">
                      <a:srgbClr val="F9DB6F">
                        <a:alpha val="100000"/>
                      </a:srgbClr>
                    </a:gs>
                  </a:gsLst>
                  <a:lin ang="0"/>
                </a:gradFill>
                <a:latin typeface="Poppins Light"/>
                <a:ea typeface="Poppins Light"/>
                <a:cs typeface="Poppins Light"/>
                <a:sym typeface="Poppins Light"/>
              </a:rPr>
              <a:t>BILHETERIA INTERNACIONAL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054">
                <a:alpha val="100000"/>
              </a:srgbClr>
            </a:gs>
            <a:gs pos="100000">
              <a:srgbClr val="255FF1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73248"/>
            <a:ext cx="544214" cy="544214"/>
            <a:chOff x="0" y="0"/>
            <a:chExt cx="725618" cy="72561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19A5C">
                      <a:alpha val="100000"/>
                    </a:srgbClr>
                  </a:gs>
                  <a:gs pos="100000">
                    <a:srgbClr val="F9DB6F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07901" y="4891238"/>
            <a:ext cx="544214" cy="544214"/>
            <a:chOff x="0" y="0"/>
            <a:chExt cx="725618" cy="72561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19A5C">
                      <a:alpha val="100000"/>
                    </a:srgbClr>
                  </a:gs>
                  <a:gs pos="100000">
                    <a:srgbClr val="F9DB6F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07901" y="6510488"/>
            <a:ext cx="544214" cy="544214"/>
            <a:chOff x="0" y="0"/>
            <a:chExt cx="725618" cy="72561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19A5C">
                      <a:alpha val="100000"/>
                    </a:srgbClr>
                  </a:gs>
                  <a:gs pos="100000">
                    <a:srgbClr val="F9DB6F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07901" y="8129738"/>
            <a:ext cx="544214" cy="544214"/>
            <a:chOff x="0" y="0"/>
            <a:chExt cx="725618" cy="72561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19A5C">
                      <a:alpha val="100000"/>
                    </a:srgbClr>
                  </a:gs>
                  <a:gs pos="100000">
                    <a:srgbClr val="F9DB6F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497275" y="3271988"/>
            <a:ext cx="544214" cy="544214"/>
            <a:chOff x="0" y="0"/>
            <a:chExt cx="725618" cy="72561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19A5C">
                      <a:alpha val="100000"/>
                    </a:srgbClr>
                  </a:gs>
                  <a:gs pos="100000">
                    <a:srgbClr val="F9DB6F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97275" y="4891238"/>
            <a:ext cx="544214" cy="544214"/>
            <a:chOff x="0" y="0"/>
            <a:chExt cx="725618" cy="72561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19A5C">
                      <a:alpha val="100000"/>
                    </a:srgbClr>
                  </a:gs>
                  <a:gs pos="100000">
                    <a:srgbClr val="F9DB6F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497275" y="6510488"/>
            <a:ext cx="544214" cy="544214"/>
            <a:chOff x="0" y="0"/>
            <a:chExt cx="725618" cy="725618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19A5C">
                      <a:alpha val="100000"/>
                    </a:srgbClr>
                  </a:gs>
                  <a:gs pos="100000">
                    <a:srgbClr val="F9DB6F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6" id="36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497275" y="8129738"/>
            <a:ext cx="544214" cy="544214"/>
            <a:chOff x="0" y="0"/>
            <a:chExt cx="725618" cy="725618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19A5C">
                      <a:alpha val="100000"/>
                    </a:srgbClr>
                  </a:gs>
                  <a:gs pos="100000">
                    <a:srgbClr val="F9DB6F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971775" y="2168953"/>
            <a:ext cx="3468282" cy="63549"/>
            <a:chOff x="0" y="0"/>
            <a:chExt cx="913457" cy="1673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3457" cy="16737"/>
            </a:xfrm>
            <a:custGeom>
              <a:avLst/>
              <a:gdLst/>
              <a:ahLst/>
              <a:cxnLst/>
              <a:rect r="r" b="b" t="t" l="l"/>
              <a:pathLst>
                <a:path h="16737" w="913457">
                  <a:moveTo>
                    <a:pt x="0" y="0"/>
                  </a:moveTo>
                  <a:lnTo>
                    <a:pt x="913457" y="0"/>
                  </a:lnTo>
                  <a:lnTo>
                    <a:pt x="913457" y="16737"/>
                  </a:lnTo>
                  <a:lnTo>
                    <a:pt x="0" y="16737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13457" cy="54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380008" y="710550"/>
            <a:ext cx="5444465" cy="200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CINEMA INTERNACIONAL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980021" y="3165952"/>
            <a:ext cx="3407946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AMC THEATRES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980021" y="3849847"/>
            <a:ext cx="4498083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Maior do mundo, opera nos EUA, Europa (Odeon, UCI) e outros.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1980021" y="4785202"/>
            <a:ext cx="4498083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CINEWORLD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980021" y="5469097"/>
            <a:ext cx="4498083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Forte nos EUA (Regal), UK e Europa.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50" id="50"/>
          <p:cNvSpPr txBox="true"/>
          <p:nvPr/>
        </p:nvSpPr>
        <p:spPr>
          <a:xfrm rot="0">
            <a:off x="1980021" y="6404452"/>
            <a:ext cx="4498083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CINÉPOLIS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980021" y="7088347"/>
            <a:ext cx="4498083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esta presente na América latina (ex:brasil)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1980021" y="8023702"/>
            <a:ext cx="3057612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CINEMARK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980021" y="8707597"/>
            <a:ext cx="4498083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Forte nos EUA e América Latina.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54" id="54"/>
          <p:cNvSpPr txBox="true"/>
          <p:nvPr/>
        </p:nvSpPr>
        <p:spPr>
          <a:xfrm rot="0">
            <a:off x="8369395" y="3165952"/>
            <a:ext cx="3057612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CGV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369395" y="3849847"/>
            <a:ext cx="4498083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Esta presente na Ásia e alguns países.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8369395" y="4785202"/>
            <a:ext cx="3659637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UCI CINEMAS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369395" y="5469097"/>
            <a:ext cx="4498083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Esta presente em paises como Brasil,Portugal, Alemanha e Itália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369395" y="6404452"/>
            <a:ext cx="3515151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PVR INOX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369395" y="7088347"/>
            <a:ext cx="4498083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Esta presente na índia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369395" y="8023702"/>
            <a:ext cx="3804123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VUE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369395" y="8707597"/>
            <a:ext cx="4498083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Esta presente na Europa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054">
                <a:alpha val="100000"/>
              </a:srgbClr>
            </a:gs>
            <a:gs pos="100000">
              <a:srgbClr val="255FF1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77060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4869" y="2633839"/>
            <a:ext cx="4330678" cy="6468428"/>
          </a:xfrm>
          <a:custGeom>
            <a:avLst/>
            <a:gdLst/>
            <a:ahLst/>
            <a:cxnLst/>
            <a:rect r="r" b="b" t="t" l="l"/>
            <a:pathLst>
              <a:path h="6468428" w="4330678">
                <a:moveTo>
                  <a:pt x="0" y="0"/>
                </a:moveTo>
                <a:lnTo>
                  <a:pt x="4330678" y="0"/>
                </a:lnTo>
                <a:lnTo>
                  <a:pt x="4330678" y="6468428"/>
                </a:lnTo>
                <a:lnTo>
                  <a:pt x="0" y="6468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27" t="-492" r="-112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55722" y="2633839"/>
            <a:ext cx="4330678" cy="6468428"/>
          </a:xfrm>
          <a:custGeom>
            <a:avLst/>
            <a:gdLst/>
            <a:ahLst/>
            <a:cxnLst/>
            <a:rect r="r" b="b" t="t" l="l"/>
            <a:pathLst>
              <a:path h="6468428" w="4330678">
                <a:moveTo>
                  <a:pt x="0" y="0"/>
                </a:moveTo>
                <a:lnTo>
                  <a:pt x="4330677" y="0"/>
                </a:lnTo>
                <a:lnTo>
                  <a:pt x="4330677" y="6468428"/>
                </a:lnTo>
                <a:lnTo>
                  <a:pt x="0" y="6468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76" t="0" r="-87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486574" y="2633839"/>
            <a:ext cx="4330678" cy="6468428"/>
          </a:xfrm>
          <a:custGeom>
            <a:avLst/>
            <a:gdLst/>
            <a:ahLst/>
            <a:cxnLst/>
            <a:rect r="r" b="b" t="t" l="l"/>
            <a:pathLst>
              <a:path h="6468428" w="4330678">
                <a:moveTo>
                  <a:pt x="0" y="0"/>
                </a:moveTo>
                <a:lnTo>
                  <a:pt x="4330678" y="0"/>
                </a:lnTo>
                <a:lnTo>
                  <a:pt x="4330678" y="6468428"/>
                </a:lnTo>
                <a:lnTo>
                  <a:pt x="0" y="64684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76" t="0" r="-87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866775"/>
            <a:ext cx="464825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FILMES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4869" y="1974916"/>
            <a:ext cx="567184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7F7F6"/>
                </a:solidFill>
                <a:latin typeface="Open Sans"/>
                <a:ea typeface="Open Sans"/>
                <a:cs typeface="Open Sans"/>
                <a:sym typeface="Open Sans"/>
              </a:rPr>
              <a:t>os Três filmes mais famosos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054">
                <a:alpha val="100000"/>
              </a:srgbClr>
            </a:gs>
            <a:gs pos="100000">
              <a:srgbClr val="255FF1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421003"/>
            <a:ext cx="243225" cy="261738"/>
            <a:chOff x="0" y="0"/>
            <a:chExt cx="64059" cy="689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059" cy="68935"/>
            </a:xfrm>
            <a:custGeom>
              <a:avLst/>
              <a:gdLst/>
              <a:ahLst/>
              <a:cxnLst/>
              <a:rect r="r" b="b" t="t" l="l"/>
              <a:pathLst>
                <a:path h="68935" w="64059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540316"/>
            <a:ext cx="243225" cy="261738"/>
            <a:chOff x="0" y="0"/>
            <a:chExt cx="64059" cy="689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59" cy="68935"/>
            </a:xfrm>
            <a:custGeom>
              <a:avLst/>
              <a:gdLst/>
              <a:ahLst/>
              <a:cxnLst/>
              <a:rect r="r" b="b" t="t" l="l"/>
              <a:pathLst>
                <a:path h="68935" w="64059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503548" y="3330440"/>
            <a:ext cx="442865" cy="442865"/>
          </a:xfrm>
          <a:custGeom>
            <a:avLst/>
            <a:gdLst/>
            <a:ahLst/>
            <a:cxnLst/>
            <a:rect r="r" b="b" t="t" l="l"/>
            <a:pathLst>
              <a:path h="442865" w="442865">
                <a:moveTo>
                  <a:pt x="0" y="0"/>
                </a:moveTo>
                <a:lnTo>
                  <a:pt x="442864" y="0"/>
                </a:lnTo>
                <a:lnTo>
                  <a:pt x="442864" y="442865"/>
                </a:lnTo>
                <a:lnTo>
                  <a:pt x="0" y="4428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56797" y="6128331"/>
            <a:ext cx="3198306" cy="2134869"/>
          </a:xfrm>
          <a:custGeom>
            <a:avLst/>
            <a:gdLst/>
            <a:ahLst/>
            <a:cxnLst/>
            <a:rect r="r" b="b" t="t" l="l"/>
            <a:pathLst>
              <a:path h="2134869" w="3198306">
                <a:moveTo>
                  <a:pt x="0" y="0"/>
                </a:moveTo>
                <a:lnTo>
                  <a:pt x="3198306" y="0"/>
                </a:lnTo>
                <a:lnTo>
                  <a:pt x="3198306" y="2134869"/>
                </a:lnTo>
                <a:lnTo>
                  <a:pt x="0" y="213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724980" y="6195513"/>
            <a:ext cx="3160991" cy="2000505"/>
          </a:xfrm>
          <a:custGeom>
            <a:avLst/>
            <a:gdLst/>
            <a:ahLst/>
            <a:cxnLst/>
            <a:rect r="r" b="b" t="t" l="l"/>
            <a:pathLst>
              <a:path h="2000505" w="3160991">
                <a:moveTo>
                  <a:pt x="0" y="0"/>
                </a:moveTo>
                <a:lnTo>
                  <a:pt x="3160991" y="0"/>
                </a:lnTo>
                <a:lnTo>
                  <a:pt x="3160991" y="2000505"/>
                </a:lnTo>
                <a:lnTo>
                  <a:pt x="0" y="2000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253" r="0" b="-925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857521" y="6034612"/>
            <a:ext cx="2979396" cy="2228588"/>
          </a:xfrm>
          <a:custGeom>
            <a:avLst/>
            <a:gdLst/>
            <a:ahLst/>
            <a:cxnLst/>
            <a:rect r="r" b="b" t="t" l="l"/>
            <a:pathLst>
              <a:path h="2228588" w="2979396">
                <a:moveTo>
                  <a:pt x="0" y="0"/>
                </a:moveTo>
                <a:lnTo>
                  <a:pt x="2979396" y="0"/>
                </a:lnTo>
                <a:lnTo>
                  <a:pt x="2979396" y="2228588"/>
                </a:lnTo>
                <a:lnTo>
                  <a:pt x="0" y="222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808467" y="6034612"/>
            <a:ext cx="3636866" cy="2078209"/>
          </a:xfrm>
          <a:custGeom>
            <a:avLst/>
            <a:gdLst/>
            <a:ahLst/>
            <a:cxnLst/>
            <a:rect r="r" b="b" t="t" l="l"/>
            <a:pathLst>
              <a:path h="2078209" w="3636866">
                <a:moveTo>
                  <a:pt x="0" y="0"/>
                </a:moveTo>
                <a:lnTo>
                  <a:pt x="3636866" y="0"/>
                </a:lnTo>
                <a:lnTo>
                  <a:pt x="3636866" y="2078209"/>
                </a:lnTo>
                <a:lnTo>
                  <a:pt x="0" y="20782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866775"/>
            <a:ext cx="5619631" cy="200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gradFill>
                  <a:gsLst>
                    <a:gs pos="0">
                      <a:srgbClr val="F19A5C">
                        <a:alpha val="100000"/>
                      </a:srgbClr>
                    </a:gs>
                    <a:gs pos="100000">
                      <a:srgbClr val="F9DB6F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Cinemas perto de você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6797" y="3119438"/>
            <a:ext cx="3946751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ESCREVA AQUI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6797" y="5238750"/>
            <a:ext cx="11210921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ALGUNS QUE PODEM ESTAR PERTO DE VOCÊ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1925" y="8467993"/>
            <a:ext cx="3926631" cy="34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19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Shopping Grão pará em Belém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98556" y="8443677"/>
            <a:ext cx="4242931" cy="75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3"/>
              </a:lnSpc>
            </a:pPr>
            <a:r>
              <a:rPr lang="en-US" sz="217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Shopping Metropole</a:t>
            </a:r>
          </a:p>
          <a:p>
            <a:pPr algn="ctr">
              <a:lnSpc>
                <a:spcPts val="3043"/>
              </a:lnSpc>
            </a:pPr>
            <a:r>
              <a:rPr lang="en-US" sz="217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 Belém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70916" y="8467993"/>
            <a:ext cx="3552606" cy="68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2"/>
              </a:lnSpc>
            </a:pPr>
            <a:r>
              <a:rPr lang="en-US" sz="195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Century Theatry  em portland, </a:t>
            </a:r>
          </a:p>
          <a:p>
            <a:pPr algn="ctr">
              <a:lnSpc>
                <a:spcPts val="2742"/>
              </a:lnSpc>
            </a:pPr>
            <a:r>
              <a:rPr lang="en-US" sz="195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oregon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54142" y="8487043"/>
            <a:ext cx="4145517" cy="30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18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Uci Cinemas em bicocca, Itália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054">
                <a:alpha val="100000"/>
              </a:srgbClr>
            </a:gs>
            <a:gs pos="100000">
              <a:srgbClr val="255FF1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32569">
            <a:off x="1312203" y="8873329"/>
            <a:ext cx="438102" cy="510163"/>
          </a:xfrm>
          <a:custGeom>
            <a:avLst/>
            <a:gdLst/>
            <a:ahLst/>
            <a:cxnLst/>
            <a:rect r="r" b="b" t="t" l="l"/>
            <a:pathLst>
              <a:path h="510163" w="438102">
                <a:moveTo>
                  <a:pt x="0" y="0"/>
                </a:moveTo>
                <a:lnTo>
                  <a:pt x="438102" y="0"/>
                </a:lnTo>
                <a:lnTo>
                  <a:pt x="438102" y="510163"/>
                </a:lnTo>
                <a:lnTo>
                  <a:pt x="0" y="510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7895" y="4408302"/>
            <a:ext cx="6016040" cy="161925"/>
            <a:chOff x="0" y="0"/>
            <a:chExt cx="1584471" cy="426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84471" cy="42647"/>
            </a:xfrm>
            <a:custGeom>
              <a:avLst/>
              <a:gdLst/>
              <a:ahLst/>
              <a:cxnLst/>
              <a:rect r="r" b="b" t="t" l="l"/>
              <a:pathLst>
                <a:path h="42647" w="1584471">
                  <a:moveTo>
                    <a:pt x="0" y="0"/>
                  </a:moveTo>
                  <a:lnTo>
                    <a:pt x="1584471" y="0"/>
                  </a:lnTo>
                  <a:lnTo>
                    <a:pt x="1584471" y="42647"/>
                  </a:lnTo>
                  <a:lnTo>
                    <a:pt x="0" y="42647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84471" cy="80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7276" y="1234427"/>
            <a:ext cx="370619" cy="389132"/>
            <a:chOff x="0" y="0"/>
            <a:chExt cx="97612" cy="1024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612" cy="102488"/>
            </a:xfrm>
            <a:custGeom>
              <a:avLst/>
              <a:gdLst/>
              <a:ahLst/>
              <a:cxnLst/>
              <a:rect r="r" b="b" t="t" l="l"/>
              <a:pathLst>
                <a:path h="102488" w="97612">
                  <a:moveTo>
                    <a:pt x="0" y="0"/>
                  </a:moveTo>
                  <a:lnTo>
                    <a:pt x="97612" y="0"/>
                  </a:lnTo>
                  <a:lnTo>
                    <a:pt x="97612" y="102488"/>
                  </a:lnTo>
                  <a:lnTo>
                    <a:pt x="0" y="102488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7612" cy="140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77279" y="5143500"/>
            <a:ext cx="7383761" cy="4513324"/>
          </a:xfrm>
          <a:custGeom>
            <a:avLst/>
            <a:gdLst/>
            <a:ahLst/>
            <a:cxnLst/>
            <a:rect r="r" b="b" t="t" l="l"/>
            <a:pathLst>
              <a:path h="4513324" w="7383761">
                <a:moveTo>
                  <a:pt x="0" y="0"/>
                </a:moveTo>
                <a:lnTo>
                  <a:pt x="7383762" y="0"/>
                </a:lnTo>
                <a:lnTo>
                  <a:pt x="7383762" y="4513324"/>
                </a:lnTo>
                <a:lnTo>
                  <a:pt x="0" y="4513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02237" y="5143500"/>
            <a:ext cx="6130956" cy="4368306"/>
          </a:xfrm>
          <a:custGeom>
            <a:avLst/>
            <a:gdLst/>
            <a:ahLst/>
            <a:cxnLst/>
            <a:rect r="r" b="b" t="t" l="l"/>
            <a:pathLst>
              <a:path h="4368306" w="6130956">
                <a:moveTo>
                  <a:pt x="0" y="0"/>
                </a:moveTo>
                <a:lnTo>
                  <a:pt x="6130956" y="0"/>
                </a:lnTo>
                <a:lnTo>
                  <a:pt x="6130956" y="4368306"/>
                </a:lnTo>
                <a:lnTo>
                  <a:pt x="0" y="4368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866775"/>
            <a:ext cx="9361829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CHEGAMOS AO FIM: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152914"/>
            <a:ext cx="7080920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7F7F6"/>
                </a:solidFill>
                <a:latin typeface="Poppins"/>
                <a:ea typeface="Poppins"/>
                <a:cs typeface="Poppins"/>
                <a:sym typeface="Poppins"/>
              </a:rPr>
              <a:t>gostaria de agradecer a todos que acompanharam essa apresentação ate o fim, essa é apenas uma demonstração para a apresentação de como seria uma bilheteria internacional de cinemas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DAHJpXqTl8A</dc:identifier>
  <dcterms:modified xsi:type="dcterms:W3CDTF">2011-08-01T06:04:30Z</dcterms:modified>
  <cp:revision>1</cp:revision>
  <dc:title>MICHAELY CAROLINE </dc:title>
</cp:coreProperties>
</file>